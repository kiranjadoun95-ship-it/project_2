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56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0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52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7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5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5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28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2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4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04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2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884FB9-5F17-4B20-AC0F-41CC0178A0A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BDB73D-558D-47C7-8027-F67D091FC89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27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C59B-A48D-F9C3-5FD3-1E542BDF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09728"/>
            <a:ext cx="7127147" cy="1307592"/>
          </a:xfrm>
        </p:spPr>
        <p:txBody>
          <a:bodyPr>
            <a:noAutofit/>
          </a:bodyPr>
          <a:lstStyle/>
          <a:p>
            <a:pPr algn="ctr"/>
            <a:r>
              <a:rPr lang="en-IN" sz="7200" b="1" dirty="0">
                <a:latin typeface="Aptos Display" panose="020B0004020202020204" pitchFamily="34" charset="0"/>
              </a:rPr>
              <a:t>CalcMaster Pro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2A77-5F8B-299D-6D6D-0DC13A9D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929384"/>
            <a:ext cx="10827956" cy="46451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Modern Multi-Calculator Desktop Application</a:t>
            </a:r>
          </a:p>
          <a:p>
            <a:pPr marL="0" indent="0" algn="ctr">
              <a:buNone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NextHikes IT Solution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By</a:t>
            </a:r>
          </a:p>
          <a:p>
            <a:pPr marL="0" indent="0" algn="ctr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Kiran Jadoun</a:t>
            </a:r>
          </a:p>
          <a:p>
            <a:pPr marL="0" indent="0" algn="ctr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|  CustomTkinter | NumPy | Matplotlib</a:t>
            </a:r>
          </a:p>
        </p:txBody>
      </p:sp>
    </p:spTree>
    <p:extLst>
      <p:ext uri="{BB962C8B-B14F-4D97-AF65-F5344CB8AC3E}">
        <p14:creationId xmlns:p14="http://schemas.microsoft.com/office/powerpoint/2010/main" val="290135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9816-CD19-02D4-FFA4-BBD2A42C9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09728"/>
            <a:ext cx="10835640" cy="1536191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/>
              <a:t>Project Overview &amp;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2FFA-5765-D145-3B44-B1063749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737361"/>
            <a:ext cx="11814048" cy="45994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 Project Overview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All-in-One Desktop Calculator Suite                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b="1" dirty="0"/>
              <a:t>14 Integrated Calculator Modules 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 Modern GUI with Sidebar Navigation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/>
              <a:t>Supports Mathematical, academic &amp; Financial Calculations </a:t>
            </a:r>
          </a:p>
          <a:p>
            <a:pPr marL="0" indent="0">
              <a:buClr>
                <a:schemeClr val="bg2">
                  <a:lumMod val="10000"/>
                </a:schemeClr>
              </a:buClr>
              <a:buNone/>
            </a:pPr>
            <a:r>
              <a:rPr lang="en-IN" sz="3600" dirty="0"/>
              <a:t>  </a:t>
            </a:r>
            <a:r>
              <a:rPr lang="en-IN" sz="2400" b="1" dirty="0"/>
              <a:t>Key Features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Modern &amp; user-friendly interface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Graph plotting &amp; matrix operations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GPA , Finance &amp; Programmer tools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Fast &amp; accurate calculations</a:t>
            </a:r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endParaRPr lang="en-IN" sz="1900" dirty="0"/>
          </a:p>
          <a:p>
            <a:pPr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0" indent="0">
              <a:buClr>
                <a:schemeClr val="bg2">
                  <a:lumMod val="10000"/>
                </a:schemeClr>
              </a:buClr>
              <a:buNone/>
            </a:pPr>
            <a:endParaRPr lang="en-IN" sz="2800" b="1" dirty="0"/>
          </a:p>
          <a:p>
            <a:pPr marL="0" indent="0">
              <a:buClr>
                <a:schemeClr val="bg2">
                  <a:lumMod val="10000"/>
                </a:schemeClr>
              </a:buClr>
              <a:buNone/>
            </a:pPr>
            <a:r>
              <a:rPr lang="en-IN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F9F42-2EF6-8AEC-110D-BCD6DE240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4094667"/>
            <a:ext cx="5836919" cy="2242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045D7-E6C6-E3D0-2CDC-358CB9C1C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1775628"/>
            <a:ext cx="5836919" cy="339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80CD-4DCD-581B-2E36-AB2F7751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Development Tools &amp; Libraries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ADA-6097-6009-C588-AED3D6DEA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737360"/>
            <a:ext cx="9491472" cy="4626864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Development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VS code for coding and project development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sz="2400" b="1" dirty="0"/>
              <a:t>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dirty="0"/>
              <a:t>Python for application logic and calculations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sz="2400" b="1" dirty="0"/>
              <a:t>Libraries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</a:t>
            </a:r>
            <a:r>
              <a:rPr lang="en-IN" b="1" dirty="0"/>
              <a:t>CustomTkinter</a:t>
            </a:r>
            <a:r>
              <a:rPr lang="en-IN" sz="2400" b="1" dirty="0"/>
              <a:t> – </a:t>
            </a:r>
            <a:r>
              <a:rPr lang="en-IN" dirty="0"/>
              <a:t>Modern GUI and dashboard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Numpy – </a:t>
            </a:r>
            <a:r>
              <a:rPr lang="en-IN" dirty="0"/>
              <a:t>Matrix operations and numerical calculations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Matplotlib – </a:t>
            </a:r>
            <a:r>
              <a:rPr lang="en-IN" dirty="0"/>
              <a:t>Graph plotting and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Math</a:t>
            </a:r>
            <a:r>
              <a:rPr lang="en-IN" dirty="0"/>
              <a:t> </a:t>
            </a:r>
            <a:r>
              <a:rPr lang="en-IN" b="1" dirty="0"/>
              <a:t>–</a:t>
            </a:r>
            <a:r>
              <a:rPr lang="en-IN" dirty="0"/>
              <a:t> Scientific and trignomatric calculations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Datetime –</a:t>
            </a:r>
            <a:r>
              <a:rPr lang="en-IN" dirty="0"/>
              <a:t> Date &amp; time related calculations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Tkinter – </a:t>
            </a:r>
            <a:r>
              <a:rPr lang="en-IN" dirty="0"/>
              <a:t>Base GUI support and window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14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97D-77A0-2F1C-8331-D1361DAE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b="1" dirty="0"/>
              <a:t>Challenges Faced &amp; References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EB15-23C8-9B97-AF19-CFB40B25A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96" y="1845734"/>
            <a:ext cx="5724143" cy="4436194"/>
          </a:xfrm>
        </p:spPr>
        <p:txBody>
          <a:bodyPr>
            <a:normAutofit fontScale="85000" lnSpcReduction="20000"/>
          </a:bodyPr>
          <a:lstStyle/>
          <a:p>
            <a:r>
              <a:rPr lang="en-IN" sz="2400" b="1" dirty="0"/>
              <a:t>GUI Layout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</a:t>
            </a:r>
            <a:r>
              <a:rPr lang="en-IN" dirty="0"/>
              <a:t>Managed widget alignment and responsive layouts.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Matrix Calculator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dirty="0"/>
              <a:t>Handled dynamic matrix inputs and NumPy operations.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400" b="1" dirty="0"/>
              <a:t>Graph Plotter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dirty="0"/>
              <a:t>Implemented graph rendering and navigation features.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400" b="1" dirty="0"/>
              <a:t>Dashboard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</a:t>
            </a:r>
            <a:r>
              <a:rPr lang="en-IN" dirty="0"/>
              <a:t>Managed module switching and dashboard navigation.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368F9-963D-6CB7-2A19-AB837D89A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963" y="1737360"/>
            <a:ext cx="5849108" cy="4544568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/>
              <a:t>Solutions implemented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</a:t>
            </a:r>
            <a:r>
              <a:rPr lang="en-IN" sz="2400" dirty="0"/>
              <a:t>Used frame-based navigation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Applied NumPy for matrix calculations.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Integrated Matplotlib for graph plotting.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Improved UI layout through testing and debugging.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Optimized navigation for smooth module switching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800" b="1" dirty="0"/>
              <a:t>References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 </a:t>
            </a:r>
            <a:r>
              <a:rPr lang="en-IN" sz="2400" dirty="0"/>
              <a:t>Python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</a:t>
            </a:r>
            <a:r>
              <a:rPr lang="en-IN" sz="2400" dirty="0"/>
              <a:t>CustomTkinter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NumPy Documentation</a:t>
            </a:r>
            <a:r>
              <a:rPr lang="en-IN" sz="2400" b="1" dirty="0"/>
              <a:t>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 </a:t>
            </a:r>
            <a:r>
              <a:rPr lang="en-IN" sz="2400" dirty="0"/>
              <a:t>Matplotlib Documentation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b="1" dirty="0"/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179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FAEB-C032-C40C-FCE7-3AEDE51D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3389285"/>
          </a:xfrm>
        </p:spPr>
        <p:txBody>
          <a:bodyPr anchor="b">
            <a:normAutofit/>
          </a:bodyPr>
          <a:lstStyle/>
          <a:p>
            <a:pPr algn="ctr"/>
            <a:r>
              <a:rPr lang="en-IN" sz="96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431978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933</TotalTime>
  <Words>256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Calibri</vt:lpstr>
      <vt:lpstr>Calibri Light</vt:lpstr>
      <vt:lpstr>Retrospect</vt:lpstr>
      <vt:lpstr>CalcMaster Pro</vt:lpstr>
      <vt:lpstr>Project Overview &amp; Key Features</vt:lpstr>
      <vt:lpstr>Development Tools &amp; Libraries</vt:lpstr>
      <vt:lpstr>Challenges Faced &amp; References Used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jadoun</dc:creator>
  <cp:lastModifiedBy>kiran jadoun</cp:lastModifiedBy>
  <cp:revision>2</cp:revision>
  <dcterms:created xsi:type="dcterms:W3CDTF">2026-06-22T17:41:55Z</dcterms:created>
  <dcterms:modified xsi:type="dcterms:W3CDTF">2026-06-23T09:14:56Z</dcterms:modified>
</cp:coreProperties>
</file>